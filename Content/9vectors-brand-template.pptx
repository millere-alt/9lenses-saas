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Metrics</c:v>
                </c:pt>
              </c:strCache>
            </c:strRef>
          </c:tx>
          <c:spPr>
            <a:solidFill>
              <a:srgbClr val="4A9B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45</c:v>
                </c:pt>
                <c:pt idx="2">
                  <c:v>58</c:v>
                </c:pt>
                <c:pt idx="3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Growth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9d707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9249" y="1596628"/>
            <a:ext cx="59053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Presentation Title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435351" y="2434828"/>
            <a:ext cx="427315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Insights &amp;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18054" y="3268712"/>
            <a:ext cx="27078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• Date • Company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6B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D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1641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653" y="1577429"/>
            <a:ext cx="51871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2507010"/>
            <a:ext cx="38959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E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62000" y="3269010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section description or tagline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82911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85750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E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773311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context information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158305"/>
            <a:ext cx="1905000" cy="2381250"/>
          </a:xfrm>
          <a:prstGeom prst="roundRect">
            <a:avLst>
              <a:gd name="adj" fmla="val 4000"/>
            </a:avLst>
          </a:prstGeom>
          <a:solidFill>
            <a:srgbClr val="D4E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2348805"/>
            <a:ext cx="1554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672655"/>
            <a:ext cx="1524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75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</a:t>
            </a:r>
            <a:endParaRPr lang="en-US" sz="1050" dirty="0"/>
          </a:p>
          <a:p>
            <a:pPr algn="l" marL="342900" indent="-342900">
              <a:lnSpc>
                <a:spcPts val="1575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1050" dirty="0"/>
          </a:p>
          <a:p>
            <a:pPr algn="l" marL="342900" indent="-342900">
              <a:lnSpc>
                <a:spcPts val="1575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1050" dirty="0"/>
          </a:p>
          <a:p>
            <a:pPr algn="l" marL="342900" indent="-342900">
              <a:lnSpc>
                <a:spcPts val="1575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2016323"/>
            <a:ext cx="0" cy="97914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850" y="2016323"/>
            <a:ext cx="588759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Topic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90850" y="2404914"/>
            <a:ext cx="588759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primary content area where you can provide detailed information, analysis, and insights about your topic.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52750" y="3376464"/>
            <a:ext cx="5810250" cy="13049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with supporting details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important consideration or finding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critical insight or recommendation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54311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9732" y="285750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E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Title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40111"/>
            <a:ext cx="3867150" cy="2788890"/>
          </a:xfrm>
          <a:prstGeom prst="roundRect">
            <a:avLst>
              <a:gd name="adj" fmla="val 2732"/>
            </a:avLst>
          </a:prstGeom>
          <a:solidFill>
            <a:srgbClr val="D4E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859161"/>
            <a:ext cx="3867150" cy="0"/>
          </a:xfrm>
          <a:prstGeom prst="line">
            <a:avLst/>
          </a:prstGeom>
          <a:noFill/>
          <a:ln w="38100">
            <a:solidFill>
              <a:srgbClr val="4A9B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6750" y="2163961"/>
            <a:ext cx="33615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4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5350" y="2590651"/>
            <a:ext cx="3067050" cy="1752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 or feature one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characteristic two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advantage three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consideration four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5850" y="1840111"/>
            <a:ext cx="3867150" cy="2788890"/>
          </a:xfrm>
          <a:prstGeom prst="roundRect">
            <a:avLst>
              <a:gd name="adj" fmla="val 2732"/>
            </a:avLst>
          </a:prstGeom>
          <a:solidFill>
            <a:srgbClr val="D4E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95850" y="1859161"/>
            <a:ext cx="386715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1600" y="2163961"/>
            <a:ext cx="33615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10200" y="2590651"/>
            <a:ext cx="3067050" cy="1752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 or feature one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characteristic two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advantage three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consideration four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9111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85750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E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49511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and performance indicators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050" y="1550640"/>
            <a:ext cx="0" cy="47238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550640"/>
            <a:ext cx="2720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4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600" y="2213521"/>
            <a:ext cx="2705100" cy="18192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increased 45% quarter over quarter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 at all-time high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 improved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4223296"/>
            <a:ext cx="2933700" cy="666750"/>
          </a:xfrm>
          <a:prstGeom prst="roundRect">
            <a:avLst>
              <a:gd name="adj" fmla="val 8571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4356646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89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 current strategy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19500" y="1291530"/>
          <a:ext cx="5143500" cy="38576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06711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85750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E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773311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to success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6775" y="248885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4A9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5048" y="2565053"/>
            <a:ext cx="172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189" y="3250853"/>
            <a:ext cx="161277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189" y="3532733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current state and identify opportunities</a:t>
            </a:r>
            <a:endParaRPr lang="en-US" sz="1050" dirty="0"/>
          </a:p>
        </p:txBody>
      </p:sp>
      <p:pic>
        <p:nvPicPr>
          <p:cNvPr id="9" name="Image 0" descr="/tmp/rasterized-svg-25d5fc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793653"/>
            <a:ext cx="38100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33725" y="248885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51998" y="2565053"/>
            <a:ext cx="172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632139" y="3250853"/>
            <a:ext cx="161277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632139" y="3532733"/>
            <a:ext cx="161277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strategic roadmap with clear objectives</a:t>
            </a:r>
            <a:endParaRPr lang="en-US" sz="1050" dirty="0"/>
          </a:p>
        </p:txBody>
      </p:sp>
      <p:pic>
        <p:nvPicPr>
          <p:cNvPr id="14" name="Image 1" descr="/tmp/rasterized-svg-2b8a6db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793653"/>
            <a:ext cx="381000" cy="381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00675" y="248885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4A9B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618948" y="2565053"/>
            <a:ext cx="172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899089" y="3250853"/>
            <a:ext cx="161277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899089" y="3532733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solutions with precision and agility</a:t>
            </a:r>
            <a:endParaRPr lang="en-US" sz="1050" dirty="0"/>
          </a:p>
        </p:txBody>
      </p:sp>
      <p:pic>
        <p:nvPicPr>
          <p:cNvPr id="19" name="Image 2" descr="/tmp/rasterized-svg-1dd623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2793653"/>
            <a:ext cx="381000" cy="381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67625" y="248885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885898" y="2565053"/>
            <a:ext cx="172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7166039" y="3250853"/>
            <a:ext cx="161277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166039" y="3532733"/>
            <a:ext cx="1612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results and continuously improve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13406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2115" y="1097459"/>
            <a:ext cx="273977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9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782375" y="1851720"/>
            <a:ext cx="35792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2400"/>
              </a:spcAft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Continue the Conversation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15010" y="2430810"/>
            <a:ext cx="2313831" cy="1615083"/>
          </a:xfrm>
          <a:prstGeom prst="roundRect">
            <a:avLst>
              <a:gd name="adj" fmla="val 58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80492" y="2659410"/>
            <a:ext cx="15828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780492" y="2956471"/>
            <a:ext cx="15828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5A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• Company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80492" y="3333601"/>
            <a:ext cx="1582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email@company.com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80492" y="3604022"/>
            <a:ext cx="1582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www.company.com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2025-11-04T17:32:07Z</dcterms:created>
  <dcterms:modified xsi:type="dcterms:W3CDTF">2025-11-04T17:32:07Z</dcterms:modified>
</cp:coreProperties>
</file>